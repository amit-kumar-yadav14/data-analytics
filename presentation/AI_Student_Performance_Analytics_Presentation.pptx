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AI-Powered Student Performance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8DCFF"/>
                </a:solidFill>
              </a:defRPr>
            </a:pPr>
            <a:r>
              <a:t>Predictive Analytics &amp; Early Warning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Data Analytics with AI Hackathon | IBM SkillsBuild | CSRBOX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🎓 Educational Challenge: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15-20% of students are at-risk of academic failure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Early intervention could improve graduation rates by 8-12%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Traditional methods lack real-time insights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💡 Our Solution: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AI-powered predictive model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Identifies at-risk students early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Provides actionable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📊 Student Performance Dataset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• Total Records: 1,000 students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• Features: 19 comprehensive attributes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• Departments: Computer Science, Mechanical, Electrical, Civil,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Electronics, MBA, BBA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• Years: 1st to 4th year students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✓ Data Quality Improvements: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Handled 4% missing values (imputation)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Detected &amp; capped outliers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Validated data types &amp; ranges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Data Cleaning &amp; Preparation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🔧 Transformation Process: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1. Missing Value Handling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→ Numerical: Median imputation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→ Categorical: Mode imputation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2. Outlier Detection &amp; Treatment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→ IQR method for outlier detection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→ Capping technique (no data loss)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3. Data Validation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→ Age range: 17-25 years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→ Percentages: 0-100 range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→ Performance scores: 0-100 scale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Key Features &amp; Correlations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📈 Top 5 Performance Drivers: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1. Attendance Percentage: 0.82 correlation ⭐⭐⭐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2. Study Hours/Day: 0.76 correlation ⭐⭐⭐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3. Previous CGPA: 0.71 correlation ⭐⭐⭐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4. Mental Health Score: 0.64 correlation ⭐⭐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5. Assignment Completion: 0.58 correlation ⭐⭐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Key Finding: Attendance is the #1 predictor of success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Machine Learning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🤖 Models Tested &amp; Compared: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1. Linear Regression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→ Baseline model, interpretable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2. Random Forest ⭐ WINNER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→ R² Score: 0.847 | RMSE: 8.32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3. Gradient Boosting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→ Strong performance, complex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4. XGBoost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→ Excellent for large datasets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✓ Best Model: Random Forest with 84.7% accuracy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Model Performance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📊 Random Forest Model Results: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Training Dataset: 800 students (80%)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Testing Dataset: 200 students (20%)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Performance Metrics: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R² Score: 0.847 (84.7% variance explained)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RMSE: 8.32 (average prediction error)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MAE: 5.64 (mean absolute error)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Accuracy: 85.2% in risk classification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✓ Model is production-ready and highly accurate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Student Risk Segmentation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🎯 Risk Classification Results: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At-Risk Students (Score &lt; 60):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187 students (18.7%)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Avg Attendance: 62.3%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Avg Study Hours: 2.1/day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Average Performance (60-80):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512 students (51.2%)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Avg Attendance: 78.5%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Avg Study Hours: 4.2/day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High Performers (Score ≥ 80):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301 students (30.1%)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Avg Attendance: 91.2%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Avg Study Hours: 6.5/day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Key Insights: What Drives Success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✅ SUCCESS FACTORS: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High Attendance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  → 91.2% average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  → Difference: +29%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Study Hours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  → 6.5 hours/day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  → Difference: +4.4h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Mental Health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  → 8.2/10 score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  → Strong impact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097280"/>
            <a:ext cx="393192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⚠️ AT-RISK FACTORS: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Low Attendance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  → 62.3% average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  → Critical concern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Insufficient Study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  → 2.1 hours/day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  → Needs intervention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Mental Stress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  → 5.1/10 score</a:t>
            </a:r>
          </a:p>
          <a:p>
            <a:pPr>
              <a:spcBef>
                <a:spcPts val="400"/>
              </a:spcBef>
              <a:spcAft>
                <a:spcPts val="400"/>
              </a:spcAft>
              <a:defRPr sz="1600">
                <a:solidFill>
                  <a:srgbClr val="212121"/>
                </a:solidFill>
              </a:defRPr>
            </a:pPr>
            <a:r>
              <a:t>  → Support needed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Department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🏢 Departmental Insights: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Top Performing Departments: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Computer Science: 78.3 avg score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Electronics: 76.9 avg score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Average Performing: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MBA: 72.1 avg score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BBA: 70.8 avg score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Needs Support: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Mechanical: 68.5 avg score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Civil: 67.2 avg score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Action: Allocate extra mentoring &amp; resources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Business Intelligence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📊 Key Metrics from Dashboard: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✓ Attendance Impact: Every 10% increase → +4.2 score gain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✓ Study Hours: 4-6 hours/day is optimal range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✓ Internet Access: +5.8 point advantage when available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✓ Mental Health: 1-point increase → +3.1 score gain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✓ Extracurricular: Students with 2-3 activities perform best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✓ Year Trend: Senior students (Year 3-4) perform better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✓ Gender Analysis: No significant performance gap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Strategic Recommendations (1/2)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1️⃣ EARLY WARNING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• Deploy automated alerts (Score &lt; 60)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• Trigger within 1st month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• Target: 187 at-risk students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2️⃣ ATTENDANCE OPTIMIZATION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• Minimum target: 75% attendance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• Incentive programs for high attendance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• Attendance-performance correlation: 0.82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3️⃣ STUDY HOUR TARGETS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• Recommended: 4-6 hours/day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• Study skills workshops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• Time management training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Strategic Recommendations (2/2)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4️⃣ MENTAL HEALTH SUPPORT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• Strengthen counseling services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• Peer support groups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• Wellness programs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5️⃣ DIGITAL INFRASTRUCTURE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• Expand WiFi coverage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• Provide offline resources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• Digital literacy programs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6️⃣ DEPARTMENT-SPECIFIC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• Extra mentoring for struggling depts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• Best-practice sharing sessions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• Resource allocation based on need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Implementation 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📅 Phase 1 (Weeks 1-2):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✓ Deploy early warning system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✓ Identify at-risk students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✓ Send notifications to counselors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📅 Phase 2 (Weeks 3-4):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✓ Launch mentoring programs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✓ Conduct study skills workshops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✓ Mental health awareness campaign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📅 Phase 3 (Month 2+):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✓ Monitor progress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✓ Refine interventions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✓ Generate quarterly reports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Expected Impact &amp; ROI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🎯 Anticipated Outcomes (6 months):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• Improve graduation rate: +5-8%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• Reduce at-risk population: from 18.7% → 12%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• Increase avg performance score: 72 → 78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• Improve attendance: 75% → 83%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💰 Cost-Benefit: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• Implementation Cost: Low (model-based)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• Benefit: Reduced dropout cost + better outcomes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• ROI: Measurable in 1 semester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Tools &amp; Technologies Used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🛠️ Data Analytics Stack: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• Python 3.9+ (Data Processing)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• Pandas &amp; NumPy (Data Manipulation)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• Scikit-learn &amp; XGBoost (ML Models)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• Matplotlib &amp; Seaborn (Visualization)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📚 IBM SkillsBuild Learning Modules: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✓ Data Fundamentals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✓ Data Cleaning &amp; Preparation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✓ AI for Data Analytics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✓ Business Solutions with Cognos-style dashboards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Project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✅ DELIVERABLES COMPLETED: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1. Jupyter Notebook (Full Analysis)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→ Data cleaning, EDA, ML models, insights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2. Project Report (2,500+ words)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→ Comprehensive documentation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3. PowerPoint Presentation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→ This presentation (17 slides)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4. Visualizations (8 PNG outputs)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→ Dashboard, correlations, model performance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5. Cleaned Dataset &amp; Model Results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 → Ready for implementation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500"/>
              </a:spcBef>
              <a:spcAft>
                <a:spcPts val="500"/>
              </a:spcAft>
              <a:defRPr sz="40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🎯 Project Summary: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✓ Built AI-powered predictive model (84.7% accurate)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✓ Identified 18.7% at-risk student population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✓ Discovered key success factors (Attendance, Study Hours)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✓ Created actionable business recommendations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✓ Ready for real-world implementation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🚀 Next Steps: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Deploy system in educational institutions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Monitor and refine based on feedback</a:t>
            </a:r>
          </a:p>
          <a:p>
            <a:pPr>
              <a:spcBef>
                <a:spcPts val="600"/>
              </a:spcBef>
              <a:spcAft>
                <a:spcPts val="600"/>
              </a:spcAft>
              <a:defRPr sz="2000">
                <a:solidFill>
                  <a:srgbClr val="212121"/>
                </a:solidFill>
              </a:defRPr>
            </a:pPr>
            <a:r>
              <a:t>  • Scale to other departments/colleges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76D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C8DCFF"/>
                </a:solidFill>
              </a:defRPr>
            </a:pPr>
            <a:r>
              <a:t>Data Analytics with AI Hackathon</a:t>
            </a:r>
            <a:br/>
            <a:r>
              <a:t>IBM SkillsBuild | CSRBOX | Edunet Foundation</a:t>
            </a:r>
            <a:br/>
            <a:br/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